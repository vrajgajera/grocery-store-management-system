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9" r:id="rId4"/>
    <p:sldId id="268" r:id="rId5"/>
    <p:sldId id="270" r:id="rId6"/>
    <p:sldId id="266" r:id="rId7"/>
    <p:sldId id="267" r:id="rId8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B8F599-54B4-4562-9CBA-073BFEAD12FC}" v="26" dt="2026-03-14T16:26:00.2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79" autoAdjust="0"/>
    <p:restoredTop sz="93447" autoAdjust="0"/>
  </p:normalViewPr>
  <p:slideViewPr>
    <p:cSldViewPr snapToGrid="0" snapToObjects="1">
      <p:cViewPr varScale="1">
        <p:scale>
          <a:sx n="64" d="100"/>
          <a:sy n="64" d="100"/>
        </p:scale>
        <p:origin x="912" y="7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4771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3C418-E196-9DB3-72AF-CDAAF3D60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B8DB82-BC07-B16E-9C1F-397BFBCF65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CB1E17-787B-DB97-9A28-41693E0CAE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A8FB26-7DE1-663C-C721-DDF356C3BD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4371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67DBB-EF61-5DBB-6F58-101A91E65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6D387F-9352-9775-4386-02311F3A5B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A99ECC-477E-1E81-DBE7-67223C48BB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60A6B6-14E5-47A1-80E7-14D1821607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1771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99A05-52B8-F70C-035B-2D5F348F2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3E9865-705E-55EC-3B66-939530FFFF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D08CA2-DCC3-AC21-E6B0-D1D4E52ED7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347E17-9C06-6E48-484B-99A03F98E0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107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67802" y="2697242"/>
            <a:ext cx="8169318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6000" b="1" dirty="0"/>
              <a:t>Grocery Store Management System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567802" y="4618260"/>
            <a:ext cx="7556421" cy="362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By Vraj Gajera</a:t>
            </a: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D9A919-D0F7-259F-6028-6F16344E1F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5894" y="7767956"/>
            <a:ext cx="2714506" cy="461644"/>
          </a:xfrm>
          <a:prstGeom prst="rect">
            <a:avLst/>
          </a:prstGeom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450897F4-BB6D-FB8C-1A15-70AC1924F4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0"/>
            <a:ext cx="7315200" cy="822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77356" y="697824"/>
            <a:ext cx="627471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IN" sz="4800" b="1" dirty="0"/>
              <a:t>INTRODUCTION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C4DE5B-ABEF-8EA0-CAD7-E456D15C74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5894" y="7754893"/>
            <a:ext cx="2714506" cy="461644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3800D491-EE65-4DE7-864E-252CA32DD8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EF6345-103C-8B7C-E27F-54B7C6F0C100}"/>
              </a:ext>
            </a:extLst>
          </p:cNvPr>
          <p:cNvSpPr txBox="1"/>
          <p:nvPr/>
        </p:nvSpPr>
        <p:spPr>
          <a:xfrm>
            <a:off x="3284622" y="2129368"/>
            <a:ext cx="930041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  <a:cs typeface="Arial" panose="020B0604020202020204" pitchFamily="34" charset="0"/>
              </a:rPr>
              <a:t> Online Grocery System is a web application.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  <a:cs typeface="Arial" panose="020B0604020202020204" pitchFamily="34" charset="0"/>
              </a:rPr>
              <a:t> It helps users buy grocery products online.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  <a:cs typeface="Arial" panose="020B0604020202020204" pitchFamily="34" charset="0"/>
              </a:rPr>
              <a:t> Customers can view products and place orders.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  <a:cs typeface="Arial" panose="020B0604020202020204" pitchFamily="34" charset="0"/>
              </a:rPr>
              <a:t> Admin can manage products and orders.</a:t>
            </a:r>
            <a:endParaRPr lang="en-US" altLang="en-US" sz="3200" dirty="0">
              <a:latin typeface="Bahnschrift" panose="020B0502040204020203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  <a:cs typeface="Arial" panose="020B0604020202020204" pitchFamily="34" charset="0"/>
              </a:rPr>
              <a:t> It saves time and makes shopping easy.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B6183-35F7-3122-FE1D-0FA18E3AF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1A7FE32-545B-085E-9AAD-FF6CAA7A1D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5894" y="7767956"/>
            <a:ext cx="2714506" cy="461644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53544A2C-4723-C0ED-BA01-D23F3787A2CC}"/>
              </a:ext>
            </a:extLst>
          </p:cNvPr>
          <p:cNvSpPr/>
          <p:nvPr/>
        </p:nvSpPr>
        <p:spPr>
          <a:xfrm>
            <a:off x="1040487" y="1084410"/>
            <a:ext cx="627471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IN" sz="4800" b="1" dirty="0"/>
              <a:t>TECHNOLOGIES USED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A2B4BC-7E87-47A0-E05B-27322D4D240A}"/>
              </a:ext>
            </a:extLst>
          </p:cNvPr>
          <p:cNvSpPr txBox="1"/>
          <p:nvPr/>
        </p:nvSpPr>
        <p:spPr>
          <a:xfrm>
            <a:off x="980575" y="2430430"/>
            <a:ext cx="741145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ASP.NET Core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– Web application framework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C#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– Programming language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SQLite / Database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– Store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HTML, CSS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– Design the website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MVC Architecture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– Structure of the project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3EBC6C3-6E52-4B2F-00FB-4CDF45A58E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1084410"/>
            <a:ext cx="4704347" cy="5510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052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06A8F-E0E8-485D-099A-4298CDD14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F2FFFC5-EED6-47F0-F44D-F4B3F85260EF}"/>
              </a:ext>
            </a:extLst>
          </p:cNvPr>
          <p:cNvSpPr/>
          <p:nvPr/>
        </p:nvSpPr>
        <p:spPr>
          <a:xfrm>
            <a:off x="1040487" y="757876"/>
            <a:ext cx="627471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IN" sz="4800" b="1" dirty="0"/>
              <a:t>USER FEATURES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4BB60B-6834-FC21-EF05-E623546EDC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5894" y="7767956"/>
            <a:ext cx="2714506" cy="4616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9046467-ECF7-FC40-562C-66754467E708}"/>
              </a:ext>
            </a:extLst>
          </p:cNvPr>
          <p:cNvSpPr txBox="1"/>
          <p:nvPr/>
        </p:nvSpPr>
        <p:spPr>
          <a:xfrm>
            <a:off x="890338" y="1466655"/>
            <a:ext cx="7411452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User registration and login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View product list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Add products to cart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Checkout and place order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3200" dirty="0">
                <a:latin typeface="Bahnschrift" panose="020B0502040204020203" pitchFamily="34" charset="0"/>
              </a:rPr>
              <a:t> Order Cancel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</p:txBody>
      </p:sp>
      <p:pic>
        <p:nvPicPr>
          <p:cNvPr id="3077" name="Picture 5">
            <a:extLst>
              <a:ext uri="{FF2B5EF4-FFF2-40B4-BE49-F238E27FC236}">
                <a16:creationId xmlns:a16="http://schemas.microsoft.com/office/drawing/2014/main" id="{8AB395F1-477A-3ECE-B56F-CB208818D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0209" y="1298213"/>
            <a:ext cx="6039853" cy="5016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6044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A76F4-BAAB-9862-51E6-69B20E687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C6AA858-A1E6-A62C-8F19-A491D470669D}"/>
              </a:ext>
            </a:extLst>
          </p:cNvPr>
          <p:cNvSpPr/>
          <p:nvPr/>
        </p:nvSpPr>
        <p:spPr>
          <a:xfrm>
            <a:off x="1040487" y="656335"/>
            <a:ext cx="627471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IN" sz="4800" b="1" dirty="0"/>
              <a:t>ADMIN FEATURES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6576F7-1550-962B-93C4-C2F3965834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5894" y="7767956"/>
            <a:ext cx="2714506" cy="4616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33CD20F-9A63-E685-D5D9-88D391CE287A}"/>
              </a:ext>
            </a:extLst>
          </p:cNvPr>
          <p:cNvSpPr txBox="1"/>
          <p:nvPr/>
        </p:nvSpPr>
        <p:spPr>
          <a:xfrm>
            <a:off x="1040487" y="1779614"/>
            <a:ext cx="7411452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Add new products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Edit or delete products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View customer orders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3600" dirty="0">
                <a:latin typeface="Bahnschrift" panose="020B0502040204020203" pitchFamily="34" charset="0"/>
              </a:rPr>
              <a:t> Manage Orders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3600" dirty="0">
              <a:latin typeface="Bahnschrif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Quantity Manage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3A8483B-36F3-6283-23A5-D860B50086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7713" y="1100889"/>
            <a:ext cx="6172200" cy="6027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025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6507" y="997335"/>
            <a:ext cx="5238869" cy="654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5400" b="1" dirty="0">
                <a:solidFill>
                  <a:srgbClr val="3A3A3A"/>
                </a:solidFill>
                <a:ea typeface="Noto Serif Medium" pitchFamily="34" charset="-122"/>
                <a:cs typeface="Noto Serif Medium" pitchFamily="34" charset="-120"/>
              </a:rPr>
              <a:t>CONCLUSION</a:t>
            </a:r>
            <a:endParaRPr lang="en-US" sz="5400" b="1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5514D66D-AC16-B320-7B8C-53A69D588A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5894" y="7767956"/>
            <a:ext cx="2714506" cy="461644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6F6E5890-8894-7285-D4D5-1C0B2ABE05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2537" y="2345085"/>
            <a:ext cx="8983357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Online Grocery System makes shopping easier.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Users can order groceries from home.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Admin can manage products and orders easily.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It is a simple and useful web application.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A388F3D-5306-9ABB-D8D2-355CB649552B}"/>
              </a:ext>
            </a:extLst>
          </p:cNvPr>
          <p:cNvSpPr/>
          <p:nvPr/>
        </p:nvSpPr>
        <p:spPr>
          <a:xfrm>
            <a:off x="4645025" y="3638550"/>
            <a:ext cx="5108575" cy="952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80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Thank you</a:t>
            </a:r>
            <a:endParaRPr lang="en-US" sz="8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F7F022-B9AB-B590-BE27-0B36B6B6EA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15894" y="7767956"/>
            <a:ext cx="2714506" cy="461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703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181</Words>
  <Application>Microsoft Office PowerPoint</Application>
  <PresentationFormat>Custom</PresentationFormat>
  <Paragraphs>58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Bahnschrift</vt:lpstr>
      <vt:lpstr>Noto Serif</vt:lpstr>
      <vt:lpstr>Noto Serif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lastModifiedBy>Vraj Gajera</cp:lastModifiedBy>
  <cp:revision>5</cp:revision>
  <dcterms:created xsi:type="dcterms:W3CDTF">2026-02-06T16:30:03Z</dcterms:created>
  <dcterms:modified xsi:type="dcterms:W3CDTF">2026-03-14T18:05:57Z</dcterms:modified>
</cp:coreProperties>
</file>